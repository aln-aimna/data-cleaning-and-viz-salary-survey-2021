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3D48-ED6C-D0AD-91B5-BF9CEFAB5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75151-CD4F-2876-5DEF-E570DCA33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5964-39BF-CD46-B6A6-88C02B9A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43527-3F44-04AE-F943-548A19FC7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77308-A9F7-F4B5-901C-883FCB2E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749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0706-3320-44DF-D490-BE628AB6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9C4-9D02-4785-C367-8C1973684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E5906-23D7-0324-EEFD-CADE7D13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407DF-4337-BF43-D808-EB813497B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C3E8-B598-CE99-6B99-7A810A89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6105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2FB5-646B-B8FD-0FAC-E4A5D444E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ECE6F-F089-810E-1219-3783905AA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E728E-83EA-7D7F-1741-743F72CB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A68E8-FFB2-584F-2B7D-102817B2F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3250-93E0-F9B5-7A2A-3BE5768F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1715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2090-A471-005B-9B43-C56436DD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33F33-F19F-291E-ED3A-6C392AB83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49BEB-1BEF-DECE-FC01-053BD4B39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B69AC-A988-583D-7E6C-7DF1DF07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69DAB-3097-8370-B34E-76CB0C09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3B974-251F-DA4B-5BB4-503E36CC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7867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6A765-1F78-D949-DC76-56318466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B917C-41CD-B5E4-871C-FAD88B66A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03A76-CBC6-C411-407D-79C1801C7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5432A-550F-8CA5-6805-8D1EB34A8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A756B-D9CC-60B9-3D83-D0CF2699E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3F89E-1954-B39A-F250-EBA6DBD7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3C2B2-B7FE-3022-DF77-77263C98F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EA3F6-1CAE-509C-D49B-358F9DF43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7558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37CF-3F52-5D82-E0A3-E1BC2592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BF486-0547-B5F7-B282-694391D4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7A083-526A-655F-EDEB-F6808A1C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EF35C-C31F-0CDF-E283-2391ED11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33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EA2719-7E3A-F1B1-2AB3-80DE485DB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9046CC-890C-6C72-244C-5FC875B5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46FDC-521D-79BB-D678-5E80AD7D8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2853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750D-0798-67EE-97E6-ABF721AF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2E59-0C01-5A1A-3273-9CBC2569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DEE39-ACFE-CF52-19CC-1CC4EA530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70390-D328-20C4-1DEC-9838B6A4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0A305-34B4-2A29-D7C5-D34017893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B8B68-F806-C31C-FFCB-AA6D145C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789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DA73-AD85-5E6B-DCBF-A6E122D6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4D2B17-70FB-6EF8-9DBD-5706CFAC3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96F03-0F5D-AE15-6CC6-680E7CD69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B85E5-C4B2-E798-6589-D09AF64F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F1C48-A9DE-BDA3-658D-765512B21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7D077-E787-44E0-BC97-2F7E8B10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204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E95DE-9C60-E9CB-E0E7-C9A0E7F16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73A2A-D75E-F1C6-3251-1D2E6F6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1507F-6068-9CA3-D9E3-879921FD7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D6003-DD1A-A4E8-57F2-80893883A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70E4C-68B4-9F7F-5B84-14D6000F0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8381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D846F5-6003-0F3A-DEA1-CC370A6A0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6AE48-2503-FFAD-A291-7A172379A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A6972-8C42-2BCD-3A16-AD6C5E25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FF2AA-2D48-0593-474A-7C8E623F0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29101-1ECE-19F6-3E85-5CDC1E92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184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94507-6C28-21EF-334C-573470658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088CD-60FF-69DE-1D1D-EB20DA53F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905A0-9588-6098-F009-9862C970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89823-C23F-43C7-9E13-8C665667E933}" type="datetimeFigureOut">
              <a:rPr lang="en-PH" smtClean="0"/>
              <a:t>9/1/2026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9AB00-DD54-8C54-CF41-EE749CC090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DFF5E-8AA5-271A-379C-5B9A5D16C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29D30-1C61-4239-BBDA-E822F6C8CD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897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B3DA-5E2F-D9CC-99CA-A4C5A792F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AE73C-29FA-7869-A9DA-587B12298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7581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Paligutan</dc:creator>
  <cp:lastModifiedBy>Allen Paligutan</cp:lastModifiedBy>
  <cp:revision>1</cp:revision>
  <dcterms:created xsi:type="dcterms:W3CDTF">2026-08-31T16:08:11Z</dcterms:created>
  <dcterms:modified xsi:type="dcterms:W3CDTF">2026-08-31T16:08:41Z</dcterms:modified>
</cp:coreProperties>
</file>