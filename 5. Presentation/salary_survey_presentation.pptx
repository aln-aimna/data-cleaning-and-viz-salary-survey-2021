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185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Allen Paligutan</cp:lastModifiedBy>
  <cp:revision>2</cp:revision>
  <dcterms:created xsi:type="dcterms:W3CDTF">2026-09-07T19:31:39Z</dcterms:created>
  <dcterms:modified xsi:type="dcterms:W3CDTF">2026-09-08T10:21:23Z</dcterms:modified>
</cp:coreProperties>
</file>